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65" r:id="rId2"/>
    <p:sldId id="266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3AA42A-412B-6A41-21A9-C80B671D19EF}" v="3" dt="2026-08-13T11:41:55.9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6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37" Type="http://schemas.microsoft.com/office/2015/10/relationships/revisionInfo" Target="revisionInfo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463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46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Golden Chicken </a:t>
            </a:r>
            <a:r>
              <a:rPr lang="en-US" sz="2100" b="1" dirty="0" smtClean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 PV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60720" y="7863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Completed project</a:t>
            </a:r>
            <a:endParaRPr lang="en-US" sz="1100" dirty="0"/>
          </a:p>
        </p:txBody>
      </p:sp>
      <p:sp>
        <p:nvSpPr>
          <p:cNvPr id="6" name="Header rule">
            <a:extLs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48640" y="1188720"/>
            <a:ext cx="8046720" cy="13716"/>
          </a:xfrm>
          <a:prstGeom prst="rect">
            <a:avLst/>
          </a:prstGeom>
          <a:solidFill>
            <a:srgbClr val="E2D6C3"/>
          </a:solidFill>
          <a:ln/>
        </p:spPr>
      </p:sp>
      <p:sp>
        <p:nvSpPr>
          <p:cNvPr id="7" name="Image placeholder frame">
            <a:extLs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48640" y="1453896"/>
            <a:ext cx="4343400" cy="3200400"/>
          </a:xfrm>
          <a:prstGeom prst="rect">
            <a:avLst/>
          </a:prstGeom>
          <a:solidFill>
            <a:srgbClr val="E4DACA"/>
          </a:solidFill>
          <a:ln w="12700">
            <a:solidFill>
              <a:srgbClr val="CBBDA6"/>
            </a:solidFill>
            <a:prstDash val="dash"/>
          </a:ln>
        </p:spPr>
      </p:sp>
      <p:sp>
        <p:nvSpPr>
          <p:cNvPr id="8" name="Placeholder mark">
            <a:extLs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2574036" y="2715768"/>
            <a:ext cx="292608" cy="32004"/>
          </a:xfrm>
          <a:prstGeom prst="rect">
            <a:avLst/>
          </a:prstGeom>
          <a:solidFill>
            <a:srgbClr val="B4632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2549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A294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project image here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66360" y="137160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B46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DESCRIPTION</a:t>
            </a:r>
            <a:endParaRPr lang="en-US" sz="950" dirty="0"/>
          </a:p>
        </p:txBody>
      </p:sp>
      <p:sp>
        <p:nvSpPr>
          <p:cNvPr id="11" name="Description box">
            <a:extLs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166360" y="1645920"/>
            <a:ext cx="34290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0952" y="1773936"/>
            <a:ext cx="309981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 smtClean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Solar PV project designed to harness clean energy and reduce conventional power consumption at the Golden Chicken facility 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166360" y="320473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B46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FACTS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66360" y="345643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66360" y="373989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66360" y="402336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66360" y="430682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</a:t>
            </a:r>
            <a:endParaRPr lang="en-US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6126480" y="3466243"/>
            <a:ext cx="2260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lvl="0">
              <a:defRPr sz="1000">
                <a:solidFill>
                  <a:srgbClr val="454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r>
              <a:rPr lang="en-US" dirty="0" smtClean="0"/>
              <a:t>5.0</a:t>
            </a:r>
            <a:r>
              <a:rPr lang="en-US" dirty="0" smtClean="0"/>
              <a:t> </a:t>
            </a:r>
            <a:r>
              <a:rPr lang="en-US" dirty="0"/>
              <a:t>MWp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07869" y="3722126"/>
            <a:ext cx="2260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>
                <a:solidFill>
                  <a:srgbClr val="454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Shaqra,KSA</a:t>
            </a:r>
            <a:endParaRPr lang="en-US" sz="1000" dirty="0">
              <a:solidFill>
                <a:srgbClr val="45413B"/>
              </a:solidFill>
              <a:latin typeface="Trebuchet MS" pitchFamily="34" charset="0"/>
              <a:ea typeface="Trebuchet MS" pitchFamily="34" charset="-122"/>
              <a:cs typeface="Trebuchet MS" pitchFamily="34" charset="-12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104889" y="3975838"/>
            <a:ext cx="90281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000" dirty="0">
                <a:solidFill>
                  <a:srgbClr val="454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Turnkey EPC</a:t>
            </a: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150573" y="4289203"/>
            <a:ext cx="81144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000" dirty="0">
                <a:solidFill>
                  <a:srgbClr val="4541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Completed</a:t>
            </a:r>
            <a:endParaRPr lang="en-US" sz="1000" dirty="0">
              <a:solidFill>
                <a:prstClr val="black"/>
              </a:solidFill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6556"/>
            <a:ext cx="4343400" cy="32377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7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accent bar">
            <a:extLs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B4632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46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03  ·  SITE GALLERY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760720" y="7863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81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Images &amp; delivery notes</a:t>
            </a:r>
            <a:endParaRPr lang="en-US" sz="1100" dirty="0"/>
          </a:p>
        </p:txBody>
      </p:sp>
      <p:sp>
        <p:nvSpPr>
          <p:cNvPr id="6" name="Header rule">
            <a:extLs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48640" y="1188720"/>
            <a:ext cx="8046720" cy="13716"/>
          </a:xfrm>
          <a:prstGeom prst="rect">
            <a:avLst/>
          </a:prstGeom>
          <a:solidFill>
            <a:srgbClr val="E2D6C3"/>
          </a:solidFill>
          <a:ln/>
        </p:spPr>
      </p:sp>
      <p:sp>
        <p:nvSpPr>
          <p:cNvPr id="7" name="Image placeholder frame">
            <a:extLs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48640" y="1371600"/>
            <a:ext cx="2560320" cy="1965960"/>
          </a:xfrm>
          <a:prstGeom prst="rect">
            <a:avLst/>
          </a:prstGeom>
          <a:solidFill>
            <a:srgbClr val="E4DACA"/>
          </a:solidFill>
          <a:ln w="12700">
            <a:solidFill>
              <a:srgbClr val="CBBDA6"/>
            </a:solidFill>
            <a:prstDash val="dash"/>
          </a:ln>
        </p:spPr>
      </p:sp>
      <p:sp>
        <p:nvSpPr>
          <p:cNvPr id="8" name="Placeholder mark">
            <a:extLs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1682496" y="2098548"/>
            <a:ext cx="292608" cy="32004"/>
          </a:xfrm>
          <a:prstGeom prst="rect">
            <a:avLst/>
          </a:prstGeom>
          <a:solidFill>
            <a:srgbClr val="B4632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2082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A294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image</a:t>
            </a:r>
            <a:endParaRPr lang="en-US" sz="1050" dirty="0"/>
          </a:p>
        </p:txBody>
      </p:sp>
      <p:sp>
        <p:nvSpPr>
          <p:cNvPr id="10" name="Image placeholder frame">
            <a:extLs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3291840" y="1371600"/>
            <a:ext cx="2560320" cy="1965960"/>
          </a:xfrm>
          <a:prstGeom prst="rect">
            <a:avLst/>
          </a:prstGeom>
          <a:solidFill>
            <a:srgbClr val="E4DACA"/>
          </a:solidFill>
          <a:ln w="12700">
            <a:solidFill>
              <a:srgbClr val="CBBDA6"/>
            </a:solidFill>
            <a:prstDash val="dash"/>
          </a:ln>
        </p:spPr>
      </p:sp>
      <p:sp>
        <p:nvSpPr>
          <p:cNvPr id="11" name="Placeholder mark">
            <a:extLs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4425696" y="2098548"/>
            <a:ext cx="292608" cy="32004"/>
          </a:xfrm>
          <a:prstGeom prst="rect">
            <a:avLst/>
          </a:prstGeom>
          <a:solidFill>
            <a:srgbClr val="B4632B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22082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A294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image</a:t>
            </a:r>
            <a:endParaRPr lang="en-US" sz="1050" dirty="0"/>
          </a:p>
        </p:txBody>
      </p:sp>
      <p:sp>
        <p:nvSpPr>
          <p:cNvPr id="13" name="Image placeholder frame">
            <a:extLs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6035040" y="1371600"/>
            <a:ext cx="2560320" cy="1965960"/>
          </a:xfrm>
          <a:prstGeom prst="rect">
            <a:avLst/>
          </a:prstGeom>
          <a:solidFill>
            <a:srgbClr val="E4DACA"/>
          </a:solidFill>
          <a:ln w="12700">
            <a:solidFill>
              <a:srgbClr val="CBBDA6"/>
            </a:solidFill>
            <a:prstDash val="dash"/>
          </a:ln>
        </p:spPr>
      </p:sp>
      <p:sp>
        <p:nvSpPr>
          <p:cNvPr id="14" name="Placeholder mark">
            <a:extLs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7168896" y="2098548"/>
            <a:ext cx="292608" cy="32004"/>
          </a:xfrm>
          <a:prstGeom prst="rect">
            <a:avLst/>
          </a:prstGeom>
          <a:solidFill>
            <a:srgbClr val="B4632B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2082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A2947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image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B463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 NOTES</a:t>
            </a:r>
            <a:endParaRPr lang="en-US" sz="950" dirty="0"/>
          </a:p>
        </p:txBody>
      </p:sp>
      <p:sp>
        <p:nvSpPr>
          <p:cNvPr id="17" name="Description box">
            <a:extLs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548640" y="3840480"/>
            <a:ext cx="80467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968496"/>
            <a:ext cx="771753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r>
              <a:rPr lang="en-US" sz="1050" i="1" dirty="0" smtClean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 project was successfully completed and handed over, meeting the required project, safety, and quality standards. </a:t>
            </a:r>
            <a:endParaRPr lang="en-US" sz="10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2560320" cy="196596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0977" y="1371601"/>
            <a:ext cx="2551183" cy="196596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177" y="1371600"/>
            <a:ext cx="2560320" cy="196596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786938"/>
            <a:ext cx="364715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100" b="1" dirty="0">
                <a:solidFill>
                  <a:srgbClr val="2B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Golden Chicken Solar PV</a:t>
            </a:r>
            <a:endParaRPr lang="en-US" sz="2100" dirty="0">
              <a:solidFill>
                <a:prstClr val="black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9bb12b3-bfde-429c-849c-033ed9888e64}" enabled="1" method="Standard" siteId="{90e86ad0-d91a-47cc-9924-6e7b30fcba5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1598</TotalTime>
  <Words>88</Words>
  <Application>Microsoft Office PowerPoint</Application>
  <PresentationFormat>On-screen Show (16:9)</PresentationFormat>
  <Paragraphs>25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Georgia</vt:lpstr>
      <vt:lpstr>Trebuchet MS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Affan Rafi</dc:creator>
  <cp:lastModifiedBy>Fiza Zareen</cp:lastModifiedBy>
  <cp:revision>40</cp:revision>
  <cp:lastPrinted>2026-09-27T09:36:52Z</cp:lastPrinted>
  <dcterms:created xsi:type="dcterms:W3CDTF">2026-08-13T11:24:59Z</dcterms:created>
  <dcterms:modified xsi:type="dcterms:W3CDTF">2026-09-27T09:42:14Z</dcterms:modified>
</cp:coreProperties>
</file>